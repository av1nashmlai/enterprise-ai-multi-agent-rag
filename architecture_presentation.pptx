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Enterprise AI Knowledge &amp; Decision Support System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Generative AI &amp; ML Capstone Project | Illinois Tech &amp; Edureka! — Autonomous Multi-Agent 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1. Planner Agent</a:t>
            </a:r>
          </a:p>
          <a:p>
            <a:pPr>
              <a:spcAft>
                <a:spcPts val="1400"/>
              </a:spcAft>
              <a:defRPr sz="1300" i="1">
                <a:solidFill>
                  <a:srgbClr val="64748B"/>
                </a:solidFill>
              </a:defRPr>
            </a:pPr>
            <a:r>
              <a:t>Query Decomposition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Analyzes complex, multi-part enterprise questions.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Decomposes prompt into 1-3 targeted sub-queries.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Optimizes for multi-format retrieval across documents.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2. Retriever Agent</a:t>
            </a:r>
          </a:p>
          <a:p>
            <a:pPr>
              <a:spcAft>
                <a:spcPts val="1400"/>
              </a:spcAft>
              <a:defRPr sz="1300" i="1">
                <a:solidFill>
                  <a:srgbClr val="64748B"/>
                </a:solidFill>
              </a:defRPr>
            </a:pPr>
            <a:r>
              <a:t>Evidence Gathering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Tool: VectorSearchTool (ChromaDB top-k similarity).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Tool: DocumentMetadataTool (extracts provenance).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Deduplicates chunks across PDF, TXT, CSV, &amp; Excel.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3. Reasoning Agent</a:t>
            </a:r>
          </a:p>
          <a:p>
            <a:pPr>
              <a:spcAft>
                <a:spcPts val="1400"/>
              </a:spcAft>
              <a:defRPr sz="1300" i="1">
                <a:solidFill>
                  <a:srgbClr val="64748B"/>
                </a:solidFill>
              </a:defRPr>
            </a:pPr>
            <a:r>
              <a:t>Context Synthesis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Reasons across heterogeneous multi-format chunks.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Synthesizes grounded decision support answers.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Enforces strict inline citations: [Source | Location].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4. Validator Agent</a:t>
            </a:r>
          </a:p>
          <a:p>
            <a:pPr>
              <a:spcAft>
                <a:spcPts val="1400"/>
              </a:spcAft>
              <a:defRPr sz="1300" i="1">
                <a:solidFill>
                  <a:srgbClr val="64748B"/>
                </a:solidFill>
              </a:defRPr>
            </a:pPr>
            <a:r>
              <a:t>Hallucination Safeguard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Tool: HallucinationAuditTool (numerical cross-check).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Audits response against source vector chunks.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Assigns Verification Status badge: PASSED / FLAGGED.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Ingestion Pipeline, Safety Guardrails &amp; Engineering Limitations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Complete Technical Specification and 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E293B"/>
                </a:solidFill>
              </a:defRPr>
            </a:pPr>
            <a:r>
              <a:t>Multi-Format Ingestion (Tasks 3 &amp; 4)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PDF: Page-level digital text extraction via pypdf.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TXT: Unstructured system &amp; incident log parsing (UTF-8).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CSV: Row-to-text semantic record serializer via pandas.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Excel (XLSX): Multi-sheet workbook parsing via openpyxl.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Chunking: RecursiveCharacterTextSplitter (800 / 150 overlap).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8288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E293B"/>
                </a:solidFill>
              </a:defRPr>
            </a:pPr>
            <a:r>
              <a:t>Reliability &amp; Safety Guardrails (Task 9)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Input Sanitization: Blocks prompt injections via regex filter.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Privacy Filter: Restricts queries for credentials/PII.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Domain Safety: Refuses clinical medical prescription requests.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File Security: Enforces 25MB limits &amp; allowed extensions.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Hallucination Auditing: Self-reflective LLM evaluation badge.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E293B"/>
                </a:solidFill>
              </a:defRPr>
            </a:pPr>
            <a:r>
              <a:t>Key Limitations &amp; Mitigations (Task 10 / Section 5)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1. Tabular vs. Semantic Search: Vector search cannot do dynamic SQL SUM/AVG across thousands of rows. Mitigation: Serialized headers into every row chunk to preserve schema context.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2. Remote Model Lifecycle: Cloud endpoints retire older model checkpoints (410 Gone). Mitigation: Engineered automatic fallback cascades across active NVIDIA NIM and OpenAI models.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3. Multi-Agent Latency: 4 sequential agent steps take 2-4s. Mitigation: Streamed live execution trace via Streamlit st.status for full user transparency.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